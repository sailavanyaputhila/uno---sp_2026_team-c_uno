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ef7c77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cef7c77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cef7c77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cef7c77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cef7c772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cef7c772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cef7c77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cef7c77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cef7c772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dcef7c772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cef7c7728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dcef7c7728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cef7c772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cef7c772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cef7c7728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cef7c7728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Semester Progress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5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Sai Lavanya Puthila</a:t>
            </a:r>
            <a:endParaRPr b="1" sz="1800">
              <a:solidFill>
                <a:srgbClr val="2524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2524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Zach Edwards</a:t>
            </a:r>
            <a:endParaRPr b="1" sz="1800">
              <a:solidFill>
                <a:srgbClr val="2524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Overview of The Dataset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750"/>
            <a:ext cx="9144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25" y="1990046"/>
            <a:ext cx="9143998" cy="196775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344500" y="2363450"/>
            <a:ext cx="1602300" cy="1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Additives List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26375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a list of </a:t>
            </a:r>
            <a:r>
              <a:rPr lang="en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harmful</a:t>
            </a:r>
            <a:r>
              <a:rPr lang="en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additives that could be ingredients </a:t>
            </a:r>
            <a:endParaRPr sz="3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score is how many additives are in a product</a:t>
            </a:r>
            <a:endParaRPr sz="3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'maltodextrin','monosodium glutamate','citric acid','yellow 6'</a:t>
            </a:r>
            <a:endParaRPr sz="315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Models Trained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951275" y="20302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Logistic Regression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Linear Discriminant Analysis (LDA)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K-Nearest Neighbors (KNN)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Random Forest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3955825" y="20302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LDA: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0.998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KNN: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0.999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Forest: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Maxtirx</a:t>
            </a:r>
            <a:endParaRPr/>
          </a:p>
        </p:txBody>
      </p:sp>
      <p:sp>
        <p:nvSpPr>
          <p:cNvPr id="312" name="Google Shape;312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Almost Perfect</a:t>
            </a:r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450" y="1757646"/>
            <a:ext cx="3462300" cy="30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Overall Model</a:t>
            </a:r>
            <a:endParaRPr/>
          </a:p>
        </p:txBody>
      </p:sp>
      <p:sp>
        <p:nvSpPr>
          <p:cNvPr id="319" name="Google Shape;319;p19"/>
          <p:cNvSpPr txBox="1"/>
          <p:nvPr>
            <p:ph idx="1" type="body"/>
          </p:nvPr>
        </p:nvSpPr>
        <p:spPr>
          <a:xfrm>
            <a:off x="1151575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Boosting Model (.91)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Strong at predicting more advanced relationships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150" y="1233800"/>
            <a:ext cx="4130877" cy="23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Additives that can predictive other additives</a:t>
            </a:r>
            <a:endParaRPr/>
          </a:p>
        </p:txBody>
      </p:sp>
      <p:sp>
        <p:nvSpPr>
          <p:cNvPr id="326" name="Google Shape;326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273" y="1726900"/>
            <a:ext cx="5036525" cy="30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Models will be Used to Solve the Problem and How they can be advanced upon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</a:t>
            </a:r>
            <a:r>
              <a:rPr lang="en"/>
              <a:t>additives will be 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Risk score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Structuring the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525" y="1650425"/>
            <a:ext cx="2964325" cy="29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